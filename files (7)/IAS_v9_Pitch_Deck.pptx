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Lead with the URL: gvs-ias.streamlit.app — invite them to open it right now while you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 points slide. Ask: how many of these apply to your team right now?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overview. Emphasise: this is not a toolkit — it's a complete hiring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highlights. Ask which 3 are most important to their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slide. Focus on the 70% time-to-hire reduction — that's the number that resonates with every hiring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Growth tier is the sweet spot for staffing agencies (15 users, all core features). Enterprise for RPOs.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market. Staffing firms are the fastest to close — they feel the pain daily. RPO is the biggest deal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slide. Have the browser open and ready. Walk through the demo interview — Rajesh Kumar, 5G OSS Architect.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 credibility. This product is built by someone who has done 1000+ interviews. That's the trust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Ask: which step do you want to take first? Get a commitment to the demo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91326"/>
          </a:solidFill>
          <a:ln w="12700">
            <a:solidFill>
              <a:srgbClr val="09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0"/>
            <a:ext cx="5943600" cy="57150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🎯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v9.0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GVS Technologies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9144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Interview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System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0" y="2468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Touch · Run Anywhere · Multi-Industry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926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hiring intelligence from CV to offer letter.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time-to-hire. Eliminate bias. Scale with AI.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4480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 Prakash T  |  gokul1978@gmail.com  |  gvs-ias.streamlit.app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Hiring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waste 60% of their time on manual, repetitive tasks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50876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764792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42 days to hire. Manual screening of 100s of CVs takes weeks.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53288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624328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Inconsistent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88036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assessment. Interviewer bias leads to bad hires costing 3x salary.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64845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739896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Paper-heavy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995928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notes on paper, reports typed manually, offers drafted from scratch.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150876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Disconnected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764792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screening, interviews, scoring, scheduling — all in separate tools.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53288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2624328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No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288036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hiring pipeline, interviewer performance, or candidate quality trends.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64845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3739896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Not Scalable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995928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handle 50 interviews/week without burning out the team.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v9.0 — One Platform. Full Hiring Intelligence.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CV upload to offer letter — fully AI-powered, zero manual effort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27048" y="2148840"/>
            <a:ext cx="2286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CV + JD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PDF/DOCX/EML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62656" y="2148840"/>
            <a:ext cx="2286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41732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55648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55648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55648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 100s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98264" y="2148840"/>
            <a:ext cx="2286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1256" y="141732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91256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91256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Easy/Medium/Hard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33872" y="2148840"/>
            <a:ext cx="2286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41732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26864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Timer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9480" y="2148840"/>
            <a:ext cx="2286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141732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62472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62472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in 1 click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141732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9808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AI powers every step — questions, scoring, reports, offers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Cloud-native — runs on any device, no installation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46 features across 8 modules — executive dashboard to GDPR compliance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Integrates Gmail, Google Calendar, WhatsApp, Zoom in one workflow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1051560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Interview 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1307592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CV intake → AI questions (Easy/Medium/Hard/Mixed) → live scoring → DOCX report → email delivery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28032" y="1051560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Bulk CV Screening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8032" y="1307592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100 CVs, AI scores and ranks all against JD. One-click launch interview for top candidates.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2350008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Copilot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606040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interview assistant. Real-time coaching, follow-up suggestions, pacing tracker, competency alerts.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258568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28032" y="2350008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Smart Scheduling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2606040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Google Calendar invites. .ics email attachment. RSVP buttons (Yes/No/Maybe) in candidate email.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3648456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Offer Letter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904488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role details → AI generates professional offer letter → DOCX download → email with attachment.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557016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3648456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Executive 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3904488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KPIs, time-to-hire, interview quality scores, interviewer performance — all live.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IAS delivers for recruitment teams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time-to-hire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560320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screened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minutes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3440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766560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6350">
            <a:solidFill>
              <a:srgbClr val="4A6A8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Workflow: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514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generated in 45 seconds. Reports in 60 seconds. Zero manual typing.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CV Screening: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1272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CVs screened, scored and ranked in under 5 minutes vs 2 days manually.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398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73989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probe deeper, cover more competencies, miss fewer red flags.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525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435254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invites sent, RSVP tracked, reminders automated — zero back-and-forth.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Simple, Scalable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— no setup fees, no long-term contracts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A2540"/>
          </a:solidFill>
          <a:ln w="19050">
            <a:solidFill>
              <a:srgbClr val="4A6A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pPr algn="ctr" indent="0" marL="0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active 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77063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CV screenings/mo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Interview Workflow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41071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Bulk CV Screening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3075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reports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A3A4A"/>
          </a:solidFill>
          <a:ln w="317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MOST POPULAR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1847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$599</a:t>
            </a:r>
            <a:pPr algn="ctr" indent="0" marL="0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24505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 active users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77063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500 CV screenings/mo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0906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Starter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41071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Copilot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73075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Calendar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40507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Offer Letter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37083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1430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1719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pPr algn="ctr" indent="0" marL="0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24505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77063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screenings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0906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Growth features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41071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branding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73075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ATS integration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40507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37083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guarantee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 target: $120K–$180K  |  Break-even: 8 Growth clients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IAS Built For?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60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Recruitment &amp; Staffing Firms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hiring. 10–200 interviewers. Bulk CV screening saves 2 days/week per recruiter.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0" y="1170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$599/mo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56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RPO (Recruitment Process Outsourcing)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IAS under their own brand. Fully managed hiring for enterprise clients.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IT Services &amp; Consulting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hiring at scale. Telecom, OSS/BSS, Cloud, AI/ML specialist roles.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$599/mo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Enterprises with Internal TA Teams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fragmented tools. Unified platform from JD to offer.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3557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42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Independent Technical Interviewers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1713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eTeki, FloCareer, BarRaiser, InCruiter. Structure and speed.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4352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2926080"/>
          </a:xfrm>
          <a:prstGeom prst="roundRect">
            <a:avLst>
              <a:gd name="adj" fmla="val 4688"/>
            </a:avLst>
          </a:prstGeom>
          <a:solidFill>
            <a:srgbClr val="09132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See It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965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gvs-ias.streamlit.app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514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now on any device — no login required for demo mode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324612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LOAD DEMO INTERVIEW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Watch AI generate 15 questions in 45 seconds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a candidate live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 the DOCX report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Practitioner, for Practitioners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 Prakash 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GVS Technologies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25+ years — Nokia, Siemens, Infinite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21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700+ professionals led across 15 countries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eTeki, FloCareer, BarRaiser, InCruiter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IEEE FNEM Programme Lead Mentor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PMP · SAFe Agilist · CSM · ISB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12 patents filed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187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"Innovate before you automate"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0A25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IAS Exists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Interviewed 1,000+ candidates across 15 countries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Saw the same pain every time: no structure, no speed, no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7889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IAS to solve my own problem first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337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Now used for OSS/BSS, Telecom, AI/ML, Cloud, and 20+ domains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8862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Battle-tested in real eTeki, FloCareer, and direct interviews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A254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gvs-ias.streamlit.app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— load demo interview and see AI in action in 60 seconds.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A254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Your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onboard your first 5 users, configure for your roles, and run 10 interviews together.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A2540"/>
          </a:solidFill>
          <a:ln w="25400">
            <a:solidFill>
              <a:srgbClr val="00B0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43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7220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Growth at $599/month. Cancel anytime. Add users as your volume grows.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091326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805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gokul1978@gmail.com  ·  linkedin.com/in/gokulprakasht  ·  gvs-ias.streamlit.app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IAS v9.0 — AI-Powered Interview Assessment System</dc:title>
  <dc:subject>PptxGenJS Presentation</dc:subject>
  <dc:creator>Gokul Prakash T</dc:creator>
  <cp:lastModifiedBy>Gokul Prakash T</cp:lastModifiedBy>
  <cp:revision>1</cp:revision>
  <dcterms:created xsi:type="dcterms:W3CDTF">2026-06-09T08:42:15Z</dcterms:created>
  <dcterms:modified xsi:type="dcterms:W3CDTF">2026-06-09T08:42:15Z</dcterms:modified>
</cp:coreProperties>
</file>